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7" r:id="rId7"/>
    <p:sldId id="261" r:id="rId8"/>
    <p:sldId id="262" r:id="rId9"/>
    <p:sldId id="276" r:id="rId10"/>
    <p:sldId id="263" r:id="rId11"/>
    <p:sldId id="264" r:id="rId12"/>
    <p:sldId id="265" r:id="rId13"/>
    <p:sldId id="267" r:id="rId14"/>
    <p:sldId id="271" r:id="rId15"/>
    <p:sldId id="272" r:id="rId16"/>
    <p:sldId id="273" r:id="rId17"/>
    <p:sldId id="279" r:id="rId18"/>
    <p:sldId id="278" r:id="rId19"/>
    <p:sldId id="280" r:id="rId20"/>
    <p:sldId id="274" r:id="rId21"/>
    <p:sldId id="266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EB"/>
    <a:srgbClr val="003B68"/>
    <a:srgbClr val="E66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B6CCAE-C6EA-4D46-BE97-380D27B07A73}" v="138" dt="2026-01-09T16:54:23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26B50-92E6-B406-8FF7-286EBE25F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E72A3-17E8-03B4-838F-7B0D1799A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DD9C4-1DA5-2416-C6EE-B43ACF8D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3A85-A2EE-4A6B-8973-836D09D0D98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CCCAB-1073-1110-4237-EC015E792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A60F9-11E5-72E6-E6FB-CAEB38D21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6994-1659-40BC-ABC1-5C72F612F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455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8982B-6EAC-3CA1-84EF-B5EF62D35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F40B7-3555-369D-5545-537E8F984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DAE3B-2BB6-0B05-7BEB-A34944D98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3A85-A2EE-4A6B-8973-836D09D0D98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CFAD3-55F5-3BA7-C0AD-7ED0E28D6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D54E9-1967-FEF0-F3D5-1CAE523E1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6994-1659-40BC-ABC1-5C72F612F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999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32B1-DDC2-0E6F-E721-B6C3314D0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A3E99-922A-7E90-1B0D-02F23EAB1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A0499-0122-26FC-711C-8FC9F839F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3A85-A2EE-4A6B-8973-836D09D0D98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25A87-8D83-CD7F-CDF3-7FCF70F61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C39A7-9E6A-63F2-6843-1C8C6891A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6994-1659-40BC-ABC1-5C72F612F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80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EEDC5-0FBC-2D37-83C3-D49D03EE4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984CA-7592-AD21-9EE8-3556CA364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DBA88-9927-7948-18DB-675D64E72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DB8F1-B83C-B148-A6B3-8AD3122C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3A85-A2EE-4A6B-8973-836D09D0D98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3226A-27DF-986D-1862-1347C68AA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062668-6E77-6133-AD6C-1B6B5CD49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6994-1659-40BC-ABC1-5C72F612F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55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884CC-6D4A-DBB0-74CC-0C6D71A74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A5AE2-99C4-997E-7C79-A4DFFD024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8FEED-37C1-7FAD-96C6-33DEF6F6A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B2AADF-1ADD-D504-93AF-69064C48F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87AFBE-2AED-2B21-B232-C9004C906C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A78AE2-BB04-6DAB-0834-D8EA08F2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3A85-A2EE-4A6B-8973-836D09D0D98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B1C463-FE02-BE7B-EFEC-FEDE44751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CACD4-71A6-593B-5673-FC4C28FB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6994-1659-40BC-ABC1-5C72F612F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723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05DDF-02DE-1138-04C0-979FA830E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97C8C6-4BF7-C5B3-8ADC-8ABFCB1E5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3A85-A2EE-4A6B-8973-836D09D0D98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13144-054E-F110-0F98-99961697D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1994A-5B82-28E2-B145-8496AE16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6994-1659-40BC-ABC1-5C72F612F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505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BD1323-7B17-8AE0-FC7C-E2145E840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3A85-A2EE-4A6B-8973-836D09D0D98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96F2E4-0F04-8E0F-EA7F-796986D68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64619-29D7-F77B-9499-DBA63DDE4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6994-1659-40BC-ABC1-5C72F612F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127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D5D4D-A9B0-04CE-A484-84FC825AE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41C74-F989-9DBC-32C8-FCF473406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2F12C-A759-3DB2-C017-37AD4C80D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60FE6-AF03-E737-2C42-5256DE38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3A85-A2EE-4A6B-8973-836D09D0D98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6E234-9AFB-EBCB-A6FC-A7F27D9E5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3A834-2C94-ACA5-0A55-CA7DF8AD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6994-1659-40BC-ABC1-5C72F612F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183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1BE72-F7F4-BA8B-3E5E-1D91F33A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4A16D-7B25-CF14-D263-60116FE66F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AA0DA9-67BF-4A75-77E6-B924E1D42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452D9-2537-6827-700E-7DEA11A74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3A85-A2EE-4A6B-8973-836D09D0D98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F9802-E6C4-2724-54E7-E494E6505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EA062-6A59-03FB-2010-8A37441CE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6994-1659-40BC-ABC1-5C72F612F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86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2379-4BC6-6886-8DC8-65F89F83C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AAE5D6-96A9-AF3F-C8F0-C78C3C073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217BB-9685-3B03-1163-89AE171B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3A85-A2EE-4A6B-8973-836D09D0D98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2730B-8C9B-A7D1-C0E1-E89FC3F43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CA6C1-B4E7-2CBF-51D2-BB8AA801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6994-1659-40BC-ABC1-5C72F612F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057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6B07A-D320-81E0-0E0B-EFCE3F5B47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786490-838B-428D-2909-E6EE5EEDC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AF072-E8DF-97D3-953C-76293D89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53A85-A2EE-4A6B-8973-836D09D0D98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75A7B-EBC7-15DD-B8DD-64CEE17B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FBF03-A03B-8F56-603E-8DEB2593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F6994-1659-40BC-ABC1-5C72F612F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873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8E6A11-4DFA-D0DB-91BD-FC69B73BC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2E94C-B025-0D8A-3EB5-4CEC486D0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D1182-7369-E9C1-219E-EC0F5A574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53A85-A2EE-4A6B-8973-836D09D0D987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5147B-9B17-F0A6-A1D3-8594AD1F4C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C819D-52FA-4F50-0E43-B65D8680E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F6994-1659-40BC-ABC1-5C72F612F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761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176FCF-3041-0F3E-2BEF-53E6349C0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56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20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90C626-459B-600F-3E6F-D3F9F71CF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935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5E7A91-44C5-E690-8F38-485913D0A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46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506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1EF2CC6-6FA3-AA99-4FDA-FE3C37E31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13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D32483-32A0-AB54-9875-9A550C7EE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3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78F288-2BBE-B152-AFEE-C5805D7CA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770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EA8F20-2663-3845-5685-A7533EC0C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700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FFEB2C-6D31-AE10-397C-54AE9CC15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51"/>
            <a:ext cx="12192000" cy="686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796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70F65D-E7D5-2042-1412-7FC146CA8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542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304367-BE66-90F1-8B53-A95673756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926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C92416-15E4-62C5-F322-A90E675B1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77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1F2C11-7D45-FF42-E127-902A627A7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" t="132" r="-2998" b="132"/>
          <a:stretch>
            <a:fillRect/>
          </a:stretch>
        </p:blipFill>
        <p:spPr>
          <a:xfrm>
            <a:off x="0" y="0"/>
            <a:ext cx="125421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71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477D27-D0E3-2E68-F5E4-62C04CF19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D65DAE-15B3-FAF2-2B7B-4894A604142C}"/>
              </a:ext>
            </a:extLst>
          </p:cNvPr>
          <p:cNvSpPr txBox="1"/>
          <p:nvPr/>
        </p:nvSpPr>
        <p:spPr>
          <a:xfrm>
            <a:off x="3221664" y="3429000"/>
            <a:ext cx="850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2F2EB"/>
                </a:highlight>
                <a:latin typeface="Aptos Narrow" panose="020B0004020202020204" pitchFamily="34" charset="0"/>
                <a:cs typeface="Arial" panose="020B0604020202020204" pitchFamily="34" charset="0"/>
              </a:rPr>
              <a:t>0.95 </a:t>
            </a:r>
            <a:endParaRPr lang="en-IN" sz="2400" dirty="0">
              <a:highlight>
                <a:srgbClr val="F2F2EB"/>
              </a:highlight>
              <a:latin typeface="Aptos Narrow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FC70C-6FEF-3B78-4953-9C4179249897}"/>
              </a:ext>
            </a:extLst>
          </p:cNvPr>
          <p:cNvSpPr txBox="1"/>
          <p:nvPr/>
        </p:nvSpPr>
        <p:spPr>
          <a:xfrm>
            <a:off x="4848445" y="3429000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2F2EB"/>
                </a:highlight>
                <a:latin typeface="Aptos Narrow" panose="020B0004020202020204" pitchFamily="34" charset="0"/>
              </a:rPr>
              <a:t>0.99</a:t>
            </a:r>
            <a:endParaRPr lang="en-IN" sz="2400" dirty="0">
              <a:highlight>
                <a:srgbClr val="F2F2EB"/>
              </a:highlight>
              <a:latin typeface="Aptos Narrow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38A3A4-4C72-15F9-6AFC-B70962759A2F}"/>
              </a:ext>
            </a:extLst>
          </p:cNvPr>
          <p:cNvSpPr txBox="1"/>
          <p:nvPr/>
        </p:nvSpPr>
        <p:spPr>
          <a:xfrm>
            <a:off x="3221664" y="4344101"/>
            <a:ext cx="849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2F2EB"/>
                </a:highlight>
                <a:latin typeface="Aptos Narrow" panose="020B0004020202020204" pitchFamily="34" charset="0"/>
              </a:rPr>
              <a:t>0.95</a:t>
            </a:r>
            <a:endParaRPr lang="en-IN" sz="2400" dirty="0">
              <a:highlight>
                <a:srgbClr val="F2F2EB"/>
              </a:highlight>
              <a:latin typeface="Aptos Narrow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F314C1-0723-86DD-E340-C0D30CC8EDFC}"/>
              </a:ext>
            </a:extLst>
          </p:cNvPr>
          <p:cNvSpPr txBox="1"/>
          <p:nvPr/>
        </p:nvSpPr>
        <p:spPr>
          <a:xfrm>
            <a:off x="4848445" y="4344101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2F2EB"/>
                </a:highlight>
                <a:latin typeface="Aptos Narrow" panose="020B0004020202020204" pitchFamily="34" charset="0"/>
              </a:rPr>
              <a:t>0.98</a:t>
            </a:r>
            <a:endParaRPr lang="en-IN" sz="2400" dirty="0">
              <a:highlight>
                <a:srgbClr val="F2F2EB"/>
              </a:highlight>
              <a:latin typeface="Aptos Narrow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E03890-46EC-1D2E-99B4-3BE842188C8D}"/>
              </a:ext>
            </a:extLst>
          </p:cNvPr>
          <p:cNvSpPr txBox="1"/>
          <p:nvPr/>
        </p:nvSpPr>
        <p:spPr>
          <a:xfrm>
            <a:off x="3221664" y="5157640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2F2EB"/>
                </a:highlight>
                <a:latin typeface="Aptos Narrow" panose="020B0004020202020204" pitchFamily="34" charset="0"/>
              </a:rPr>
              <a:t>0.95</a:t>
            </a:r>
            <a:endParaRPr lang="en-IN" sz="2400" dirty="0">
              <a:highlight>
                <a:srgbClr val="F2F2EB"/>
              </a:highlight>
              <a:latin typeface="Aptos Narrow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1DFE68-AD35-A0DC-04DA-5C19A62AB81F}"/>
              </a:ext>
            </a:extLst>
          </p:cNvPr>
          <p:cNvSpPr txBox="1"/>
          <p:nvPr/>
        </p:nvSpPr>
        <p:spPr>
          <a:xfrm>
            <a:off x="4848445" y="5157640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2F2EB"/>
                </a:highlight>
                <a:latin typeface="Aptos Narrow" panose="020B0004020202020204" pitchFamily="34" charset="0"/>
              </a:rPr>
              <a:t>0.97</a:t>
            </a:r>
            <a:endParaRPr lang="en-IN" sz="2400" dirty="0">
              <a:highlight>
                <a:srgbClr val="F2F2EB"/>
              </a:highlight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639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966815-EF95-E575-8CDD-FE12E3D54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216397-468C-D75A-0004-3009E6623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6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5A809-83FB-A5AC-A5E8-026293B1F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109C25-3E07-5F99-125A-ACDA897B1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34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6E03A-0A45-78BF-9BDE-BDD9A9EF0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5D5D9F-7554-277A-3356-B5D2BE58F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510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BFC47B-96C8-B40B-8E41-9538274BA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B37A6D-3044-622C-519A-C0BC93B1BC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2F2EB"/>
          </a:solidFill>
        </p:spPr>
      </p:pic>
    </p:spTree>
    <p:extLst>
      <p:ext uri="{BB962C8B-B14F-4D97-AF65-F5344CB8AC3E}">
        <p14:creationId xmlns:p14="http://schemas.microsoft.com/office/powerpoint/2010/main" val="1650661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10F649-28AF-A9FD-C482-472A5B1C6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630239-2F63-DD97-2E28-0E28A18BF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29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76DF31-F6D4-46EE-CAFF-0017AB256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23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1EC3C2-0064-2780-ED8E-7A07193F2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3661E7-0820-E499-E9E1-10A299756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26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954B8-D977-F656-A960-99C02F19F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350" y="0"/>
            <a:ext cx="3877299" cy="641742"/>
          </a:xfrm>
        </p:spPr>
        <p:txBody>
          <a:bodyPr>
            <a:normAutofit fontScale="90000"/>
          </a:bodyPr>
          <a:lstStyle/>
          <a:p>
            <a:r>
              <a:rPr lang="en-US" sz="28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Power BI Dashboard</a:t>
            </a:r>
            <a:endParaRPr lang="en-IN" sz="2800" b="1" u="sng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FFDA49-E2E2-8402-C4E4-AA6587E81D06}"/>
              </a:ext>
            </a:extLst>
          </p:cNvPr>
          <p:cNvSpPr txBox="1"/>
          <p:nvPr/>
        </p:nvSpPr>
        <p:spPr>
          <a:xfrm>
            <a:off x="578348" y="620210"/>
            <a:ext cx="11182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3B68"/>
                </a:solidFill>
                <a:latin typeface="Aptos Narrow" panose="020B0004020202020204" pitchFamily="34" charset="0"/>
              </a:rPr>
              <a:t>This Power BI dashboard provides an interactive view of breast cancer survival and 10-year mortality risk, highlighting key clinical and treatment factors influencing patient outcomes.</a:t>
            </a:r>
            <a:endParaRPr lang="en-IN" dirty="0">
              <a:solidFill>
                <a:srgbClr val="003B68"/>
              </a:solidFill>
              <a:latin typeface="Aptos Narrow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AF4C13-42EA-7862-FE07-8F949EAFA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70" y="1266541"/>
            <a:ext cx="10407721" cy="559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3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41BC0-4CA7-1DCC-1A49-1388327CC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2F9CC-1D1D-63EE-86E5-0C0144D7B0BF}"/>
              </a:ext>
            </a:extLst>
          </p:cNvPr>
          <p:cNvSpPr txBox="1"/>
          <p:nvPr/>
        </p:nvSpPr>
        <p:spPr>
          <a:xfrm>
            <a:off x="3150780" y="1382231"/>
            <a:ext cx="5890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A96074-1CA7-24FC-94EB-D2AD29CADBCC}"/>
              </a:ext>
            </a:extLst>
          </p:cNvPr>
          <p:cNvSpPr/>
          <p:nvPr/>
        </p:nvSpPr>
        <p:spPr>
          <a:xfrm>
            <a:off x="3712366" y="3105834"/>
            <a:ext cx="476726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3600" dirty="0"/>
              <a:t>Questions &amp; Discussion?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27560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43</Words>
  <Application>Microsoft Office PowerPoint</Application>
  <PresentationFormat>Widescreen</PresentationFormat>
  <Paragraphs>10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 Narrow</vt:lpstr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 BI Dashboard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Radhika Yadav</dc:creator>
  <cp:lastModifiedBy>Radhika Yadav</cp:lastModifiedBy>
  <cp:revision>2</cp:revision>
  <dcterms:created xsi:type="dcterms:W3CDTF">2026-01-08T14:33:37Z</dcterms:created>
  <dcterms:modified xsi:type="dcterms:W3CDTF">2026-01-09T16:58:15Z</dcterms:modified>
</cp:coreProperties>
</file>